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Parking Intelligence — Decision Support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7D2FE"/>
                </a:solidFill>
                <a:latin typeface="Calibri"/>
              </a:rPr>
              <a:t>AI-Driven Illegal-Parking Hotspot Detection &amp; Traffic-Impact Quantification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Bengaluru Traffic Police · 298,450 real violation records · Zero external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Internal-data-only (ADR-001) · No Maps/external APIs used, per competition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Why reactive enforcement isn't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334155"/>
                </a:solidFill>
              </a:defRPr>
            </a:pPr>
            <a:r>
              <a:t>• 298,450 logged parking violations across ~5 months (Nov 2023 – Apr 2024), Bengaluru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334155"/>
                </a:solidFill>
              </a:defRPr>
            </a:pPr>
            <a:r>
              <a:t>• Enforcement today is reactive: officers respond after violations are already logged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334155"/>
                </a:solidFill>
              </a:defRPr>
            </a:pPr>
            <a:r>
              <a:t>• No existing system answers: "which junction will be a hotspot in the next hour?"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334155"/>
                </a:solidFill>
              </a:defRPr>
            </a:pPr>
            <a:r>
              <a:t>• Competition constraint: only the HackerEarth-provided violations dataset may be used — no Maps/traffic APIs, no external enrichment, or risk of disqualification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334155"/>
                </a:solidFill>
              </a:defRPr>
            </a:pPr>
            <a:r>
              <a:t>• Goal: turn a static violations log into a forward-looking, retrainable decision-support system for patrol dispatch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212080" cy="5029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Dataset schema (raw)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id, latitude, longitude, location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vehicle_number, vehicle_type, description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violation_type, offence_code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created_datetime, closed_datetime, modified_datetime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device_id, created_by_id, center_code, police_station, junction_name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data_sent_to_scita(_timestamp), action_taken_timestamp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updated_vehicle_number/type, validation_status/timestamp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End-to-end pipeline, ingestion to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78308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Raw CSV
(298,450 rows)</a:t>
            </a:r>
          </a:p>
          <a:p>
            <a:pPr algn="ctr"/>
            <a:r>
              <a:rPr sz="950">
                <a:solidFill>
                  <a:srgbClr val="E2E8F0"/>
                </a:solidFill>
              </a:rPr>
              <a:t>Schema validation,
dedupe, type 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965960"/>
            <a:ext cx="137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463040"/>
            <a:ext cx="178308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55448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Feature
Engineering</a:t>
            </a:r>
          </a:p>
          <a:p>
            <a:pPr algn="ctr"/>
            <a:r>
              <a:rPr sz="950">
                <a:solidFill>
                  <a:srgbClr val="E2E8F0"/>
                </a:solidFill>
              </a:rPr>
              <a:t>H3 res-9 grid, rolling
windows, leakage-safe
merge_asof joins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965960"/>
            <a:ext cx="137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63040"/>
            <a:ext cx="178308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 Models
(trained)</a:t>
            </a:r>
          </a:p>
          <a:p>
            <a:pPr algn="ctr"/>
            <a:r>
              <a:rPr sz="950">
                <a:solidFill>
                  <a:srgbClr val="E2E8F0"/>
                </a:solidFill>
              </a:rPr>
              <a:t>CatBoost / LightGBM /
XGBoost — classifier +
regressor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65960"/>
            <a:ext cx="137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178308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55448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Risk Score
Engine</a:t>
            </a:r>
          </a:p>
          <a:p>
            <a:pPr algn="ctr"/>
            <a:r>
              <a:rPr sz="950">
                <a:solidFill>
                  <a:srgbClr val="E2E8F0"/>
                </a:solidFill>
              </a:rPr>
              <a:t>Weighted blend of model
outputs (ridge-NNLS
fit weights)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1965960"/>
            <a:ext cx="137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178308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FastAPI
Serving Layer</a:t>
            </a:r>
          </a:p>
          <a:p>
            <a:pPr algn="ctr"/>
            <a:r>
              <a:rPr sz="950">
                <a:solidFill>
                  <a:srgbClr val="E2E8F0"/>
                </a:solidFill>
              </a:rPr>
              <a:t>/forecast /alerts
/metrics /admin/*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965960"/>
            <a:ext cx="137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1463040"/>
            <a:ext cx="178308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55448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Next.js
Dashboard</a:t>
            </a:r>
          </a:p>
          <a:p>
            <a:pPr algn="ctr"/>
            <a:r>
              <a:rPr sz="950">
                <a:solidFill>
                  <a:srgbClr val="E2E8F0"/>
                </a:solidFill>
              </a:rPr>
              <a:t>Live map, forecast,
operations, analytics,
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0040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Retraining loop (ADR-024): police upload a CSV → lands in a PENDING staging area → reviewer approves/rejects → approved rows merge into the master raw dataset → an explicit Retrain action re-runs the full pipeline (features → train → risk weights → spatial holdout → alerts) and hot-reloads the serving layer with zero downtime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Deployment: Docker image → Docker Hub → Hugging Face Space (API) + Vercel (Next.js frontend, auto-deploys on push)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Admin API guarded by a single shared secret (X-Admin-Token header); 503 if unconfigured, 401 if wrong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Leakage-safe, spatial + temporal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Spatial grid: H3 resolution 9 (~174m hex cells) — 2,534 distinct cells observed in the dataset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Density features: hotspot_frequency, violation_density, junction_density, police_station_density (per-cell historical aggregates, computed on an expanding/leave-future-out window)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Neighbor-averaged features (ADR-022): ring-1 H3 neighbor average of each density/intensity feature — 6 new columns — added via pandas merge_asof(direction="backward") to stay leakage-safe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Temporal: hour, weekday, is_weekend, hour_sin/cos (cyclical encoding), is_peak_hour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Rolling counts: violations in the last 15m / 30m / 60m, same_hour_previous_day, rolling_hotspot_intensity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Historical risk priors: junction_historical_risk, offence_historical_risk, vehicle_type_historical_risk, center_code_historical_risk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Data-quality flags (kept, not dropped): is_outlier_coordinate, is_duplicate_vehicle_event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212080" cy="5120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Leakage-safety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Every rolling/historical feature uses an EXPANDING window computed strictly before the current event's timestamp — never the full dataset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pandas merge_asof(direction="backward") used for every spatial/temporal join, guaranteeing a row only ever sees data from earlier in time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ADR-022 (Phase 8) deliberately UNFROZE the Phase 4 feature lock and the decision to keep h3_cell as a raw categorical input, once retraining became possible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h3_cell / geohash dropped as direct model inputs (kept only for serving-time cell lookups) — SHAP audit + spatial holdout both flagged raw cell identity as a memorization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3 gradient-boosted models, 2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Two prediction tasks per H3 cell: (1) hotspot_probability — binary classifier, will this cell exceed a violation threshold in the next 60 minutes; (2) predicted_count — regressor, how many violations are expected in that window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48840"/>
          <a:ext cx="7040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1005840"/>
                <a:gridCol w="914400"/>
                <a:gridCol w="914400"/>
              </a:tblGrid>
              <a:tr h="4343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 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CatBoost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0.8767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0.7316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0.9620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0.8311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0.1766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0.8649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0.7351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0.9505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0.8290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0.1832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0.8632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0.7245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0.9567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0.8246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0.1918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Calibri"/>
              </a:rPr>
              <a:t>Operating point: threshold 0.15 (cost-aware, optimized for recall over precision — missing a real hotspot costs more than a false alarm)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2148840"/>
            <a:ext cx="4434840" cy="2103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Count regression (R²)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65176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• CatBoost: MAE 5.92, RMSE 10.58, R² 0.271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• LightGBM: MAE 6.02, RMSE 10.92, R² 0.223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• XGBoost: MAE 6.24, RMSE 11.18, R² 0.186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Multi-horizon check: PR-AUC rises with longer windows (15m: 0.7834 → 30m: 0.8337 → 60m: 0.8767 → 90m: 0.8929) — confirms the model is genuinely using temporal accumulation, not noise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Calibration tested: Platt/Isotonic scaling gave &lt;5% Brier-score improvement over the raw probabilities — rejected, the model is already reasonably well-calibrated out of the 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Congestion Risk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A derived score, not a new ML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risk_score = 100 × Σ wᵢ · componentᵢ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w_hotspot · hotspot_probability      (classifier output, 0–1)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+ w_count   · normalized_predicted_count   (regressor output, min-max scaled on train period)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+ w_persist · persistence                    (rolling_hotspot_intensity, min-max scaled)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+ w_recent  · recent_intensity              (violations_last_15m, min-max scaled)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Weights — fit, not hand-picked (ADR-023)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Originally hand-picked: 0.40 / 0.30 / 0.20 / 0.10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Now fit via ridge-regularized Non-Negative Least Squares against target_count_60m (best available outcome proxy — no ground-truth congestion data exists in this dataset)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Plain NNLS collapsed to 100% weight on normalized_predicted_count — near-tautological, since the regressor was trained to predict that exact target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Fix: augmented-system ridge NNLS, sweeping α ∈ {0, 10, 50, ..., 5000}, picking the SMALLEST α where max component weight ≤ 75%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Current fitted weights: hotspot 0.020 / count 0.701 / persistence 0.147 / recent 0.131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154680"/>
            <a:ext cx="5349240" cy="31546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Ridge-NNLS (the fix, in equations)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0332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Augmented system trick: solve NNLS 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  – [X; √α·I] β ≈ [y; 0]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equivalent to ridge-penalized least squares, with the non-negativity constraint preserved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Band cutoffs: 50th / 85th / 97th percentile of train-period risk scores → LOW / MEDIUM / HIGH / CRITICAL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Everything refit automatically on every retrain — no more frozen, hand-tuned constants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Spatial Generalization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Does the model work on geography it's never seen?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Methodology: split H3 cells (not rows) into train/holdout sets — 1,824 train cells, 455 holdout cells, entirely unseen during training. Compare PR-AUC on seen-cell rows (37,032) vs unseen-cell rows (7,289)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24688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F46E5"/>
                </a:solidFill>
              </a:rPr>
              <a:t>0.8796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Seen-cell PR-AUC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240280"/>
            <a:ext cx="24688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3317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F46E5"/>
                </a:solidFill>
              </a:rPr>
              <a:t>0.8298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Unseen-cell PR-AUC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2240280"/>
            <a:ext cx="24688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3317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45309"/>
                </a:solidFill>
              </a:rPr>
              <a:t>5.66%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PR-AUC drop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240280"/>
            <a:ext cx="28346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33172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5803D"/>
                </a:solidFill>
              </a:rPr>
              <a:t>94.3%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Accuracy retained
on new geography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Progress across two rounds of measured fixes (not a single number, a trend):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406908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6675120"/>
              </a:tblGrid>
              <a:tr h="4343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PR-AUC drop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Change made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Original (Phase 4 frozen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7.88%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Raw h3_cell/geohash kept as categorical model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ADR-022 fix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6.32%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Dropped h3_cell/geohash, added 6 neighbor-averaged density features (ring-1, merge_asof)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ADR-025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5.66%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Classifier regularization sweep: depth 6→3, l2_leaf_reg 3→25 (15+ configs tested)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Calibri"/>
              </a:rPr>
              <a:t>Net result: ~28% relative improvement (7.88% → 5.66%). Still above the project's own 5% bar — honestly reported, not rounded up. Widening the neighbor ring (k=2/3) and further regularization (depth=2/1) were tried; both hit diminishing returns or cost real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Hyperparameter Sweep (ADR-025)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Was the gap a feature problem or an overfitting problem?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Swept CatBoost depth, l2_leaf_reg, learning_rate, iterations, rsm, bagging_temperature, random_strength — ~15 configurations — against the same spatial holdout test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0312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554480"/>
                <a:gridCol w="1737360"/>
                <a:gridCol w="1097280"/>
                <a:gridCol w="3566160"/>
              </a:tblGrid>
              <a:tr h="42062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Seen 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Unseen 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Drop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depth=6, l2=3 (original 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0.8792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0.8237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6.32%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5803D"/>
                          </a:solidFill>
                        </a:defRPr>
                      </a:pPr>
                      <a:r>
                        <a:t>depth=3, l2=25  ← ADOPTED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5803D"/>
                          </a:solidFill>
                        </a:defRPr>
                      </a:pPr>
                      <a:r>
                        <a:t>0.8796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5803D"/>
                          </a:solidFill>
                        </a:defRPr>
                      </a:pPr>
                      <a:r>
                        <a:t>0.8298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5803D"/>
                          </a:solidFill>
                        </a:defRPr>
                      </a:pPr>
                      <a:r>
                        <a:t>5.66%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5803D"/>
                          </a:solidFill>
                        </a:defRPr>
                      </a:pPr>
                      <a:r>
                        <a:t>Strict win — both numbers improve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depth=2, l2=40, lr=0.05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0.8765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0.8280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5.54%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Slightly better drop, costs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depth=1, l2=25, lr=0.05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0.8727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0.8268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</a:defRPr>
                      </a:pPr>
                      <a:r>
                        <a:t>Real accuracy cost, diminishing returns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4805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Conclusion: the model was genuinely overfitting to cell-specific noise at depth=6 — shallower, more-regularized trees improve BOTH seen and unseen accuracy simultaneously (not a tradeoff)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Adopted depth=3 / l2_leaf_reg=25 as the last "free" point on the curve; pushing further trades real seen-cell accuracy for diminishing spatial gains, with no config crossing the 5% bar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Honest conclusion: the remaining gap looks like a genuine floor given what's derivable from this dataset alone (no external geographic enrichment permitted), not a missed hyperparameter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Retraining Pipeline &amp; Review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Closing the "frozen model" gap (ADR-024)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55448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" y="1481328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Police upload
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371600"/>
            <a:ext cx="155448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2536" y="1481328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Lands as
PENDING
(staged, isolated)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371600"/>
            <a:ext cx="155448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1481328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Reviewer
approves /
rejects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1371600"/>
            <a:ext cx="155448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481328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Approved rows
merge into
master 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371600"/>
            <a:ext cx="155448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0296" y="1481328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Explicit
Retrain
trigger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371600"/>
            <a:ext cx="155448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86216" y="1481328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Full pipeline
re-runs
(background)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95560" y="1371600"/>
            <a:ext cx="155448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32136" y="1481328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Serving layer
hot-reloads
(zero downtime)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63240"/>
            <a:ext cx="11064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Why a staging area, not direct merge: mirrors a real moderation workflow — an uploaded file doesn't silently become part of the model; a professional reviews row counts, schema validity, and null counts before approving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raw_store.py owns the master CSV (dedupe by id, schema validation, append); staging_store.py owns the PENDING → APPROVED/REJECTED lifecycle, reusing raw_store's merge logic rather than duplicating it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Retrain is a SEPARATE, explicit action from approval — multiple approved uploads can batch up before paying the ~6-minute retrain cost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On successful retrain: archives the prior ml/models/ directory by timestamp, then runs features → train → risk-weight fit → spatial holdout re-check → alert generation, end to end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Admin dashboard tab: token field (localStorage), CSV upload, staging review table with Approve/Reject, Retrain Now button with live job-status polling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50">
                <a:solidFill>
                  <a:srgbClr val="334155"/>
                </a:solidFill>
              </a:defRPr>
            </a:pPr>
            <a:r>
              <a:t>• Disclosed limitation: on ephemeral-filesystem hosts (free-tier HF Space/Render) without a persistent volume, uploaded data and retrained artifacts don't survive a redeploy — a deployment-infrastructure decision, not a code gap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API Surface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FastAPI backend, Next.js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Public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GET /health — schema validity, row count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GET /forecast — per-cell or per-coordinate prediction (probability, predicted count, risk score/band, top contributing factors, confidence, cold-start flag)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GET /alerts — ranked list of GREEN/YELLOW/ORANGE/RED alerts across all cells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GET /metrics — model comparison, spatial robustness, live risk distribution, temporal distribution — all real numbers, nothing recomputed client-side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GET /replay/{scenario} — real historical event sequence replay for demos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Admin API (X-Admin-Token guarded)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POST /admin/staging/upload, GET /admin/staging, GET /admin/staging/{id}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POST /admin/staging/{id}/approve | /reject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POST /admin/retrain, GET /admin/retrain/{job_id}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49240" cy="5120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Deployment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Backend: FastAPI + CatBoost/LightGBM/XGBoost → Docker image → Docker Hub (kshitizs98/parking-intelligence-api) → Hugging Face Space (Docker SDK)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Frontend: Next.js 14 (App Router) + Tailwind + Leaflet + Recharts → Vercel, auto-deploys on push to main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CORS tightened to real origins (was previously open *)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NEXT_PUBLIC_API_BASE_URL env var on Vercel points the frontend at the live HF Space API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50">
                <a:solidFill>
                  <a:srgbClr val="334155"/>
                </a:solidFill>
              </a:defRPr>
            </a:pPr>
            <a:r>
              <a:t>• BackgroundTasks (no Celery/APScheduler) used for async retrain jobs — kept deliberately simple for the project's scale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Known Limitations — Disclosed, Not Hidden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Honesty over a fabricated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334155"/>
                </a:solidFill>
              </a:defRPr>
            </a:pPr>
            <a:r>
              <a:t>• Spatial holdout still FAIL by the project's own 5% bar — 5.66% PR-AUC drop on brand-new H3 cells, improved from 7.88% across two rounds of fixes, but not eliminated; this is reported as a real, measured limitation, not rounded up to a PASS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334155"/>
                </a:solidFill>
              </a:defRPr>
            </a:pPr>
            <a:r>
              <a:t>• Risk score weights are a data-driven PROXY fit (against target_count_60m, the closest available outcome signal), not a measured causal weight — there is no ground-truth congestion/enforcement-outcome data anywhere in the provided dataset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334155"/>
                </a:solidFill>
              </a:defRPr>
            </a:pPr>
            <a:r>
              <a:t>• closed_datetime and action_taken_timestamp are 100% missing in this extract — enforcement resolution time and delay cannot be computed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334155"/>
                </a:solidFill>
              </a:defRPr>
            </a:pPr>
            <a:r>
              <a:t>• Single 5-month data window (Nov 2023 – Apr 2024) — seasonal patterns outside this window are untested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334155"/>
                </a:solidFill>
              </a:defRPr>
            </a:pPr>
            <a:r>
              <a:t>• No live streaming — dashboard serves the latest historical snapshot per cell, not a real-time feed; a Kafka layer is the natural next step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334155"/>
                </a:solidFill>
              </a:defRPr>
            </a:pPr>
            <a:r>
              <a:t>• Retraining doesn't survive ephemeral redeploys on free-tier hosts without a persistent volume — works correctly within a running process's lifetime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334155"/>
                </a:solidFill>
              </a:defRPr>
            </a:pPr>
            <a:r>
              <a:t>• Cold-start geography: brand-new H3 cells outside the 2,534 observed return a conservative default with an explicit flag, never a fabricated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What this system actually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974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F46E5"/>
                </a:solidFill>
              </a:rPr>
              <a:t>298,450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Violation records processed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280160"/>
            <a:ext cx="26974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37160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F46E5"/>
                </a:solidFill>
              </a:rPr>
              <a:t>2,534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H3 cells with live predictions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80160"/>
            <a:ext cx="26974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37160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F46E5"/>
                </a:solidFill>
              </a:rPr>
              <a:t>0.8767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Best val PR-AUC (CatBoost)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280160"/>
            <a:ext cx="288036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37160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5803D"/>
                </a:solidFill>
              </a:rPr>
              <a:t>78 / 78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Backend tests passing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26974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5803D"/>
                </a:solidFill>
              </a:rPr>
              <a:t>94.3%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Spatial accuracy retained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651760"/>
            <a:ext cx="26974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74320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5803D"/>
                </a:solidFill>
              </a:rPr>
              <a:t>PASS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Spatial abstraction (no
coordinate memorization)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651760"/>
            <a:ext cx="26974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74320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F46E5"/>
                </a:solidFill>
              </a:rPr>
              <a:t>0.15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Cost-aware operating threshold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2651760"/>
            <a:ext cx="288036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74320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5803D"/>
                </a:solidFill>
              </a:rPr>
              <a:t>0%</a:t>
            </a:r>
          </a:p>
          <a:p>
            <a:pPr algn="ctr"/>
            <a:r>
              <a:rPr sz="1100">
                <a:solidFill>
                  <a:srgbClr val="334155"/>
                </a:solidFill>
              </a:rPr>
              <a:t>External data used
(fully compliant, ADR-001)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Live risk distribution: 94.2% LOW / 5.5% MEDIUM / 0.3% HIGH — patrol resources can be concentrated on the small fraction of cells actually at risk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Three full retraining cycles run end-to-end during development (feature changes, risk-weight refit, hyperparameter fix) — each verified against the same spatial holdout test before and after, not just "trust the new number"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Every reported number in this deck is read from the live /metrics endpoint or docs/spatial_holdout_result.json — generated by code, not hand-typed into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